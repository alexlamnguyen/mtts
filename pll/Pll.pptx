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94660"/>
  </p:normalViewPr>
  <p:slideViewPr>
    <p:cSldViewPr snapToGrid="0">
      <p:cViewPr varScale="1">
        <p:scale>
          <a:sx n="50" d="100"/>
          <a:sy n="50" d="100"/>
        </p:scale>
        <p:origin x="60" y="1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B208B-85B4-627B-688B-95F2A790F7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63CB04-741A-D104-CF94-CFEAE403E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3D8C02-B843-34C1-4445-4AC76DDD8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C393C-1922-4ABD-B6FF-53F2B7E910D0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1E9E8D-E887-94FA-F47A-9D55157AC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51426-18CF-EDF0-F755-FCEAE5710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4CC6A-56B8-4BA2-836D-B683845F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0994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646EC-565F-4785-F91C-2F1473FD3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5D1A9-0FD7-F20E-4690-FA86191C30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ECDDE2-E313-4C42-0097-1A278EABE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C393C-1922-4ABD-B6FF-53F2B7E910D0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FA054-5200-89E0-43C4-1194677FF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A35B3C-860E-CE19-D854-1F8D1D3FE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4CC6A-56B8-4BA2-836D-B683845F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805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4AEBE-717D-833E-AAEB-D000ECC0C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06CE1-90D4-CF36-3988-DB748EEB6C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F1540E-C1A6-3065-70C3-9BB38F1CD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C393C-1922-4ABD-B6FF-53F2B7E910D0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846ECD-B62E-5EC4-54B8-63F9EEB5F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308E6-6D07-4077-9E45-1AD41C038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4CC6A-56B8-4BA2-836D-B683845F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339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93175-C104-3B74-4CF8-E246ECF6D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177213-2DCA-FB98-F1BB-740F11CFB3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B798EC-9649-7FAE-4EF5-C652E0603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3A52DA-DBE1-4BB6-CD10-57E93243B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C393C-1922-4ABD-B6FF-53F2B7E910D0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07574-FBA8-7E28-E423-FDEAF281E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9CCFE3-6B41-AC94-3BEE-E9FE6FA2A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4CC6A-56B8-4BA2-836D-B683845F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970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D27CA-87C9-3A5A-E9D5-3C9DD162E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49A58-B0D6-0DCD-51FD-44FAAB2A57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44F8D6-C4D2-D83C-AAE0-E567334A0A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C418BC-648F-ACD0-5FA8-D9C7C791CF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D7776D-6E25-68F0-F485-E79B4D78DE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385C8D-FB63-5A43-6464-EE7079979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C393C-1922-4ABD-B6FF-53F2B7E910D0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491923-42AA-6A7C-2F90-C2203CEC3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1F6A39-6AC9-9217-CD9E-DF5D54B9B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4CC6A-56B8-4BA2-836D-B683845F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1313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4057D-662A-7DFE-8224-349B48E8F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B55E59-853C-1FDB-C6E7-C67B39E01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C393C-1922-4ABD-B6FF-53F2B7E910D0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B70B83-B7EB-AF03-D020-3217E44F7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268A6D-4EF5-16D1-E8D3-CFBD6DE0B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4CC6A-56B8-4BA2-836D-B683845F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43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AFC93C-D9A5-DAF8-AB8F-C531A470F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C393C-1922-4ABD-B6FF-53F2B7E910D0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152B42-2101-4872-B3DF-0C678AE2E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6B49F-1A3A-B152-E6FA-C1EC7027A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4CC6A-56B8-4BA2-836D-B683845F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027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85D0-5A67-C0FA-5F15-C70FD40A0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8B2F59-FDF3-EAE4-8B5E-5871F628DB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0A18CA-C978-BC7C-C252-246D259EDF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95C815-B324-5992-388A-D032238D6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C393C-1922-4ABD-B6FF-53F2B7E910D0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C8B27B-D1B3-9423-C5F1-2EC69C94C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58547-2914-F58E-340F-E33961E90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4CC6A-56B8-4BA2-836D-B683845F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8927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F2606-2F06-5877-D93D-AB83C0E71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249C65-A860-16D3-35F1-71EE14222C2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D9AA92-C346-F950-E2DF-6DF195CDE2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8A4B92-B983-2082-6ACD-2110DA2B1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C393C-1922-4ABD-B6FF-53F2B7E910D0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48A3D3-8694-380A-D608-8FC25F201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F771B4-11AC-DA5C-1976-0435EFEB2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4CC6A-56B8-4BA2-836D-B683845F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308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A84C2-D7A1-BEC1-8524-061F973D6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7F33F5-57D9-D49D-7BFB-8BB82B080D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CA26EF-A830-465C-542A-FE4D6E302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C393C-1922-4ABD-B6FF-53F2B7E910D0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538FA-42D9-D123-7679-C2B143A31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FFBBBA-73C6-B36C-2F79-D2FF7C5E5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4CC6A-56B8-4BA2-836D-B683845F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586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EB5996-E712-3CD9-5EFA-858B6E3A46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8678D1-D0FE-0B41-57B4-159BCBED1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8ACA74-DCEB-B2C7-B973-5FFF4EF4C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C393C-1922-4ABD-B6FF-53F2B7E910D0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ED580C-98D9-E2B6-CEEC-D0BBD58AD8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1DE1D-7126-5C8F-84B1-DA25FADED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4CC6A-56B8-4BA2-836D-B683845F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805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F0A53F-D543-B48E-A08A-76DC3B23E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B7ADDB-50D1-ADDF-A5C7-C33F008056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12E6BD-08E2-8F54-EC1F-4431970BC4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7C393C-1922-4ABD-B6FF-53F2B7E910D0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5DA1AE-16F0-8C8E-C1AD-EBE317583B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01BEE-E9E1-88C4-9EFE-496B5E1C1E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64CC6A-56B8-4BA2-836D-B683845F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338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FF32-3511-6F2A-1FC0-E8E2BA6EBE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Pll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D6CF26-9DF7-08E8-AC9C-CF64CA65743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177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hase-Locked Loop (PLL) Fundamentals | Analog Devices">
            <a:extLst>
              <a:ext uri="{FF2B5EF4-FFF2-40B4-BE49-F238E27FC236}">
                <a16:creationId xmlns:a16="http://schemas.microsoft.com/office/drawing/2014/main" id="{CFFA0DEE-D8D9-79AD-5001-9D017DBFE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275" y="1246187"/>
            <a:ext cx="11067449" cy="4365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767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301DA-542A-11C7-C673-BED1E3396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Detector</a:t>
            </a:r>
          </a:p>
        </p:txBody>
      </p:sp>
      <p:pic>
        <p:nvPicPr>
          <p:cNvPr id="4" name="Picture 3" descr="Phase Detector - an overview | ScienceDirect Topics">
            <a:extLst>
              <a:ext uri="{FF2B5EF4-FFF2-40B4-BE49-F238E27FC236}">
                <a16:creationId xmlns:a16="http://schemas.microsoft.com/office/drawing/2014/main" id="{556B8FEA-3B10-22F0-449B-5DDBB3949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6" y="2054224"/>
            <a:ext cx="7717059" cy="242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554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02EB0-15FE-9875-3C5A-35C257187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EFEEF3-3A26-CF8C-583A-3AB3EE7AB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031" y="2662237"/>
            <a:ext cx="6798544" cy="335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06888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F27A0-70FF-008C-E510-1034239B9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VCO</a:t>
            </a:r>
          </a:p>
        </p:txBody>
      </p:sp>
      <p:pic>
        <p:nvPicPr>
          <p:cNvPr id="4" name="Picture 3" descr="Voltage Controlled Oscillator | VCO | Electrical4U">
            <a:extLst>
              <a:ext uri="{FF2B5EF4-FFF2-40B4-BE49-F238E27FC236}">
                <a16:creationId xmlns:a16="http://schemas.microsoft.com/office/drawing/2014/main" id="{D5DCB84B-F91D-F85D-AC95-836B4C787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811" y="2809523"/>
            <a:ext cx="8236767" cy="2982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5740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</Words>
  <Application>Microsoft Office PowerPoint</Application>
  <PresentationFormat>Widescreen</PresentationFormat>
  <Paragraphs>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Pll</vt:lpstr>
      <vt:lpstr>PowerPoint Presentation</vt:lpstr>
      <vt:lpstr>Phase Detector</vt:lpstr>
      <vt:lpstr>Filter</vt:lpstr>
      <vt:lpstr>VCO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Alexander Lam Nguyen</dc:creator>
  <cp:lastModifiedBy>Alexander Lam Nguyen</cp:lastModifiedBy>
  <cp:revision>2</cp:revision>
  <dcterms:created xsi:type="dcterms:W3CDTF">2026-10-02T05:00:42Z</dcterms:created>
  <dcterms:modified xsi:type="dcterms:W3CDTF">2026-10-02T05:08:31Z</dcterms:modified>
</cp:coreProperties>
</file>