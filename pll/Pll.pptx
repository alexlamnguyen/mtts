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60" y="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208B-85B4-627B-688B-95F2A790F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3CB04-741A-D104-CF94-CFEAE403E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D8C02-B843-34C1-4445-4AC76DDD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E9E8D-E887-94FA-F47A-9D55157AC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51426-18CF-EDF0-F755-FCEAE571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9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46EC-565F-4785-F91C-2F1473FD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5D1A9-0FD7-F20E-4690-FA86191C3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CDDE2-E313-4C42-0097-1A278EAB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FA054-5200-89E0-43C4-1194677F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35B3C-860E-CE19-D854-1F8D1D3F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05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AEBE-717D-833E-AAEB-D000ECC0C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06CE1-90D4-CF36-3988-DB748EEB6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1540E-C1A6-3065-70C3-9BB38F1C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46ECD-B62E-5EC4-54B8-63F9EEB5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308E6-6D07-4077-9E45-1AD41C03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3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3175-C104-3B74-4CF8-E246ECF6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77213-2DCA-FB98-F1BB-740F11CFB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798EC-9649-7FAE-4EF5-C652E0603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A52DA-DBE1-4BB6-CD10-57E93243B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07574-FBA8-7E28-E423-FDEAF281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CCFE3-6B41-AC94-3BEE-E9FE6FA2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7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27CA-87C9-3A5A-E9D5-3C9DD162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49A58-B0D6-0DCD-51FD-44FAAB2A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4F8D6-C4D2-D83C-AAE0-E567334A0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418BC-648F-ACD0-5FA8-D9C7C791C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7776D-6E25-68F0-F485-E79B4D78D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85C8D-FB63-5A43-6464-EE707997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91923-42AA-6A7C-2F90-C2203CEC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1F6A39-6AC9-9217-CD9E-DF5D54B9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3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057D-662A-7DFE-8224-349B48E8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55E59-853C-1FDB-C6E7-C67B39E0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70B83-B7EB-AF03-D020-3217E44F7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68A6D-4EF5-16D1-E8D3-CFBD6DE0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3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FC93C-D9A5-DAF8-AB8F-C531A470F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52B42-2101-4872-B3DF-0C678AE2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6B49F-1A3A-B152-E6FA-C1EC7027A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2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85D0-5A67-C0FA-5F15-C70FD40A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B2F59-FDF3-EAE4-8B5E-5871F628D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A18CA-C978-BC7C-C252-246D259ED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5C815-B324-5992-388A-D032238D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8B27B-D1B3-9423-C5F1-2EC69C94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58547-2914-F58E-340F-E33961E9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9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2606-2F06-5877-D93D-AB83C0E71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49C65-A860-16D3-35F1-71EE14222C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9AA92-C346-F950-E2DF-6DF195CDE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A4B92-B983-2082-6ACD-2110DA2B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8A3D3-8694-380A-D608-8FC25F20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771B4-11AC-DA5C-1976-0435EFEB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08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A84C2-D7A1-BEC1-8524-061F973D6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F33F5-57D9-D49D-7BFB-8BB82B080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A26EF-A830-465C-542A-FE4D6E302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538FA-42D9-D123-7679-C2B143A3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FBBBA-73C6-B36C-2F79-D2FF7C5E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8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B5996-E712-3CD9-5EFA-858B6E3A4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678D1-D0FE-0B41-57B4-159BCBED1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CA74-DCEB-B2C7-B973-5FFF4EF4C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D580C-98D9-E2B6-CEEC-D0BBD58AD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DE1D-7126-5C8F-84B1-DA25FADE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05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0A53F-D543-B48E-A08A-76DC3B23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7ADDB-50D1-ADDF-A5C7-C33F00805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2E6BD-08E2-8F54-EC1F-4431970BC4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C393C-1922-4ABD-B6FF-53F2B7E910D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DA1AE-16F0-8C8E-C1AD-EBE317583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01BEE-E9E1-88C4-9EFE-496B5E1C1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4CC6A-56B8-4BA2-836D-B683845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FF32-3511-6F2A-1FC0-E8E2BA6EB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Pll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6CF26-9DF7-08E8-AC9C-CF64CA6574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7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ase-Locked Loop (PLL) Fundamentals | Analog Devices">
            <a:extLst>
              <a:ext uri="{FF2B5EF4-FFF2-40B4-BE49-F238E27FC236}">
                <a16:creationId xmlns:a16="http://schemas.microsoft.com/office/drawing/2014/main" id="{CFFA0DEE-D8D9-79AD-5001-9D017DBFE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5" y="1246187"/>
            <a:ext cx="11067449" cy="436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6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301DA-542A-11C7-C673-BED1E339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Detector</a:t>
            </a:r>
          </a:p>
        </p:txBody>
      </p:sp>
      <p:pic>
        <p:nvPicPr>
          <p:cNvPr id="4" name="Picture 3" descr="Phase Detector - an overview | ScienceDirect Topics">
            <a:extLst>
              <a:ext uri="{FF2B5EF4-FFF2-40B4-BE49-F238E27FC236}">
                <a16:creationId xmlns:a16="http://schemas.microsoft.com/office/drawing/2014/main" id="{556B8FEA-3B10-22F0-449B-5DDBB394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292" y="3429000"/>
            <a:ext cx="7717059" cy="2428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8E9DFF-B889-57D6-4B96-E7EBC8994BE7}"/>
              </a:ext>
            </a:extLst>
          </p:cNvPr>
          <p:cNvSpPr txBox="1"/>
          <p:nvPr/>
        </p:nvSpPr>
        <p:spPr>
          <a:xfrm>
            <a:off x="653469" y="1690688"/>
            <a:ext cx="111607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/>
              <a:t>Compares the phase of two signals (VCO output and reference signal)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Outputs error signal (linearly increases with phase difference)</a:t>
            </a:r>
          </a:p>
        </p:txBody>
      </p:sp>
    </p:spTree>
    <p:extLst>
      <p:ext uri="{BB962C8B-B14F-4D97-AF65-F5344CB8AC3E}">
        <p14:creationId xmlns:p14="http://schemas.microsoft.com/office/powerpoint/2010/main" val="50855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02EB0-15FE-9875-3C5A-35C25718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FEEF3-3A26-CF8C-583A-3AB3EE7A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256" y="1404937"/>
            <a:ext cx="6798544" cy="33575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8EE0E5-6FD7-FF23-2E48-48F9C165715E}"/>
              </a:ext>
            </a:extLst>
          </p:cNvPr>
          <p:cNvSpPr txBox="1"/>
          <p:nvPr/>
        </p:nvSpPr>
        <p:spPr>
          <a:xfrm>
            <a:off x="1054100" y="5003799"/>
            <a:ext cx="1029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Smooths error signal (removes high-frequency variations and noise)</a:t>
            </a:r>
          </a:p>
          <a:p>
            <a:r>
              <a:rPr lang="en-US" sz="2400" dirty="0"/>
              <a:t>Affects how stability and sensitivity of PLL</a:t>
            </a:r>
          </a:p>
        </p:txBody>
      </p:sp>
    </p:spTree>
    <p:extLst>
      <p:ext uri="{BB962C8B-B14F-4D97-AF65-F5344CB8AC3E}">
        <p14:creationId xmlns:p14="http://schemas.microsoft.com/office/powerpoint/2010/main" val="328068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F27A0-70FF-008C-E510-1034239B9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VCO (Voltage Controlled Oscillator)</a:t>
            </a:r>
          </a:p>
        </p:txBody>
      </p:sp>
      <p:pic>
        <p:nvPicPr>
          <p:cNvPr id="4" name="Picture 3" descr="Voltage Controlled Oscillator | VCO | Electrical4U">
            <a:extLst>
              <a:ext uri="{FF2B5EF4-FFF2-40B4-BE49-F238E27FC236}">
                <a16:creationId xmlns:a16="http://schemas.microsoft.com/office/drawing/2014/main" id="{D5DCB84B-F91D-F85D-AC95-836B4C78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811" y="3510847"/>
            <a:ext cx="8236767" cy="2982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0ECBF4-40E5-E9B9-CF22-C4E66E25D1F2}"/>
              </a:ext>
            </a:extLst>
          </p:cNvPr>
          <p:cNvSpPr txBox="1"/>
          <p:nvPr/>
        </p:nvSpPr>
        <p:spPr>
          <a:xfrm>
            <a:off x="584200" y="1904999"/>
            <a:ext cx="1135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Generates output signal whose frequency depends on a control voltage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High </a:t>
            </a:r>
            <a:r>
              <a:rPr lang="en-US" sz="2800" dirty="0" err="1"/>
              <a:t>V_c</a:t>
            </a:r>
            <a:r>
              <a:rPr lang="en-US" sz="2800" dirty="0"/>
              <a:t> -&gt; higher </a:t>
            </a:r>
            <a:r>
              <a:rPr lang="en-US" sz="2800" dirty="0" err="1"/>
              <a:t>f_out</a:t>
            </a:r>
            <a:endParaRPr lang="en-US" sz="2800" dirty="0"/>
          </a:p>
          <a:p>
            <a:r>
              <a:rPr lang="en-US" sz="2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5757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AB46-3595-57B3-DC01-6874C79E2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F86F5-3FFB-70CB-B923-D7B97B24D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Feeds VCO output into phase detector </a:t>
            </a:r>
          </a:p>
          <a:p>
            <a:pPr lvl="1">
              <a:buFontTx/>
              <a:buChar char="-"/>
            </a:pPr>
            <a:r>
              <a:rPr lang="en-US" dirty="0"/>
              <a:t>Change in phase creates error signal that adjusts VCO output to recorrect</a:t>
            </a:r>
          </a:p>
          <a:p>
            <a:pPr>
              <a:buFontTx/>
              <a:buChar char="-"/>
            </a:pPr>
            <a:r>
              <a:rPr lang="en-US" dirty="0"/>
              <a:t>Frequency divider allows PLL to compare high-f output with low-f reference </a:t>
            </a:r>
          </a:p>
          <a:p>
            <a:pPr lvl="1">
              <a:buFontTx/>
              <a:buChar char="-"/>
            </a:pPr>
            <a:r>
              <a:rPr lang="en-US" dirty="0"/>
              <a:t>Divides/multiplies VCO output by digitally programmed integer</a:t>
            </a:r>
          </a:p>
        </p:txBody>
      </p:sp>
      <p:pic>
        <p:nvPicPr>
          <p:cNvPr id="4" name="Picture 3" descr="Phase-Locked Loop (PLL) Fundamentals | Analog Devices">
            <a:extLst>
              <a:ext uri="{FF2B5EF4-FFF2-40B4-BE49-F238E27FC236}">
                <a16:creationId xmlns:a16="http://schemas.microsoft.com/office/drawing/2014/main" id="{03617409-056D-A513-4ED9-F4D9DFBA2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808" y="4178300"/>
            <a:ext cx="6447292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67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</TotalTime>
  <Words>109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Pll</vt:lpstr>
      <vt:lpstr>PowerPoint Presentation</vt:lpstr>
      <vt:lpstr>Phase Detector</vt:lpstr>
      <vt:lpstr>Filter</vt:lpstr>
      <vt:lpstr>VCO (Voltage Controlled Oscillator)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Lam Nguyen</dc:creator>
  <cp:lastModifiedBy>Alexander Lam Nguyen</cp:lastModifiedBy>
  <cp:revision>5</cp:revision>
  <dcterms:created xsi:type="dcterms:W3CDTF">2026-10-02T05:00:42Z</dcterms:created>
  <dcterms:modified xsi:type="dcterms:W3CDTF">2026-10-04T18:48:05Z</dcterms:modified>
</cp:coreProperties>
</file>